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OPEN_WEBUI | Category: FRONTIER_HARNESSES</a:t>
            </a:r>
          </a:p>
          <a:p>
            <a:r>
              <a:rPr sz="1400"/>
              <a:t>Upstream: https://github.com/open-webui/open-webui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OPEN_WEBUI.</a:t>
            </a:r>
          </a:p>
          <a:p>
            <a:r>
              <a:rPr sz="1400"/>
              <a:t>Web UI for local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OPEN_WEBUI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